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L_VLLM</a:t>
            </a:r>
          </a:p>
          <a:p>
            <a:r>
              <a:t>Tier: TIER_4_INFERENCE_AGENTS</a:t>
            </a:r>
          </a:p>
          <a:p>
            <a:r>
              <a:t>Identity: Upstream vllm-project/vllm @ 1117140edbaf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vllm-project/vllm |</a:t>
            </a:r>
          </a:p>
          <a:p>
            <a:r>
              <a:t>| Commit | 1117140edbaf3d1e1f73b01b09cde3cf98ec24ff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117.42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L_VLLM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